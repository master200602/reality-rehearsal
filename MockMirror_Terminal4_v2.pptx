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303520" cy="6638544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02336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12E81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D9488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Segoe UI"/>
              </a:defRPr>
            </a:pPr>
            <a:r>
              <a:t>AI-Powered Multimodal Interview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12E81"/>
                </a:solidFill>
                <a:latin typeface="Segoe UI"/>
              </a:defRPr>
            </a:pPr>
            <a:r>
              <a:t>TEAM  TERMINAL4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45720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7280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10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Yash Prajapati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250413116015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0" y="28803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62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Tisha Kotak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240410116132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93192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136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Yesha Patel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250413116015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498347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9651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Hetvi Shah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250413107019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Why Interview Preparation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Placement &amp; Job Interview Anxiety:  </a:t>
            </a:r>
            <a:r>
              <a:rPr sz="1500" b="0">
                <a:solidFill>
                  <a:srgbClr val="1F2937"/>
                </a:solidFill>
                <a:latin typeface="Segoe UI"/>
              </a:rPr>
              <a:t>Students and freshers face extreme nervousness during campus placements and job interviews due to lack of real practice with a live interviewer.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Hesitation While Speaking:  </a:t>
            </a:r>
            <a:r>
              <a:rPr sz="1500" b="0">
                <a:solidFill>
                  <a:srgbClr val="1F2937"/>
                </a:solidFill>
                <a:latin typeface="Segoe UI"/>
              </a:rPr>
              <a:t>Many candidates know the answers but freeze, stutter, or hesitate when speaking out loud, leading to poor first impressions.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Unknown Question Patterns: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have no idea what type of questions will be asked — technical, behavioral, situational, or resume-based — and cannot prepare effectively.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No Feedback on Body Language: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Traditional preparation ignores facial expressions, eye contact, posture, and head movement — all critical factors interviewers silently evaluate.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Static Mock Interviews: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Existing tools provide scripted, pre-written Q&amp;As that don't adapt to a candidate's actual resume, spoken answers, or real-time performance.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/>
              </a:rPr>
              <a:t>•  No Safe Practice Environment: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There is no affordable, private, judgment-free space where candidates can repeatedly practice and improve before the real interview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OUR SOLUTION — 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0D9488"/>
                </a:solidFill>
                <a:latin typeface="Segoe UI"/>
              </a:defRPr>
            </a:pPr>
            <a:r>
              <a:t>Practice Smart. Interview Confident.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AI-Powered Conversational Practice: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visit our website and practice for their interviews by having a real-time voice conversation with our AI interviewer — just like a real interview.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Resume-Based Personalized Questions: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Upload your PDF resume, and the AI reads your skills, projects, and experience to ask highly targeted and relevant questions.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Real-Time Answer Evaluation: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 AI doesn't just ask questions — it analyzes every answer for correctness, depth, and relevance. If an answer is fake or vague, it immediately calls it out and corrects the candidate.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Face Expression &amp; Posture Detection: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Using the browser camera, MockMirror tracks facial expressions, face centering, eye contact, and head posture — providing feedback on how the candidate physically presents themselves.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Comprehensive Performance Report: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A detailed report is generated with scores across technical accuracy, communication, confidence, and behavioral metrics — downloadable as a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How a Candidate Uses MockMirror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78992"/>
            <a:ext cx="18288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1786112946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Scaling MockMirror Beyond Candidate Self-Practice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/>
              </a:defRPr>
            </a:pPr>
            <a:r>
              <a:t>CURRENT VERSION (Candidate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Self-Practice:  </a:t>
            </a:r>
            <a:r>
              <a:rPr sz="1300" b="0">
                <a:solidFill>
                  <a:srgbClr val="1F2937"/>
                </a:solidFill>
                <a:latin typeface="Segoe UI"/>
              </a:rPr>
              <a:t>Candidate uploads resume, selects domain &amp; difficulty, and practices independently with AI.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AI-Generated Questions: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Questions are auto-generated based on resume, domain, and difficulty level.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Behavioral Tracking:  </a:t>
            </a:r>
            <a:r>
              <a:rPr sz="1300" b="0">
                <a:solidFill>
                  <a:srgbClr val="1F2937"/>
                </a:solidFill>
                <a:latin typeface="Segoe UI"/>
              </a:rPr>
              <a:t>Face detection and posture tracking provide visual behavior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C4899"/>
                </a:solidFill>
                <a:latin typeface="Segoe UI"/>
              </a:defRPr>
            </a:pPr>
            <a:r>
              <a:t>FUTURE VERSION (Interviewer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Interviewer Dashboard: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interviewer selects topics and uploads custom data/syllabus for the AI to prepare questions from.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AI Conducts on Behalf: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AI interviews the candidate on behalf of the interviewer using the provided material.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•  Automated Candidate Reports: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interviewer receives a detailed performance report of each candidate without being present.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B7280"/>
                </a:solidFill>
                <a:latin typeface="Segoe UI"/>
              </a:defRPr>
            </a:pPr>
            <a:r>
              <a:t>ADDITIONAL FUTURE ENHANCEMENTS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13716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Sentiment &amp; Stress Analysis:  </a:t>
            </a:r>
            <a:r>
              <a:rPr sz="1300" b="0">
                <a:solidFill>
                  <a:srgbClr val="1F2937"/>
                </a:solidFill>
                <a:latin typeface="Segoe UI"/>
              </a:rPr>
              <a:t>Detect micro-expressions to assess confidence and stress in real-time.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Live Coding Whiteboard:  </a:t>
            </a:r>
            <a:r>
              <a:rPr sz="1300" b="0">
                <a:solidFill>
                  <a:srgbClr val="1F2937"/>
                </a:solidFill>
                <a:latin typeface="Segoe UI"/>
              </a:rPr>
              <a:t>Integrate browser-based coding environments for technical screening.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Multi-Language &amp; Accent Coaching:  </a:t>
            </a:r>
            <a:r>
              <a:rPr sz="1300" b="0">
                <a:solidFill>
                  <a:srgbClr val="1F2937"/>
                </a:solidFill>
                <a:latin typeface="Segoe UI"/>
              </a:rPr>
              <a:t>Support regional languages and accent improvement modules.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•  LMS &amp; Placement Cell Integration:  </a:t>
            </a:r>
            <a:r>
              <a:rPr sz="1300" b="0">
                <a:solidFill>
                  <a:srgbClr val="1F2937"/>
                </a:solidFill>
                <a:latin typeface="Segoe UI"/>
              </a:rPr>
              <a:t>License MockMirror to universities and corporate HR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/>
              </a:defRPr>
            </a:pPr>
            <a:r>
              <a:t>Built with Modern, Privacy-First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3840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109728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_tech_logos_17861170765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493776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463040"/>
            <a:ext cx="5303520" cy="3840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109728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ckend_tech_logos_17861170889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4937760" cy="3017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532120"/>
            <a:ext cx="110642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12E81"/>
                </a:solidFill>
                <a:latin typeface="Segoe UI"/>
              </a:defRPr>
            </a:pPr>
            <a:r>
              <a:t>KEY ARCHITECTURE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33872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🔒  100% Privacy</a:t>
            </a:r>
            <a:br/>
            <a:r>
              <a:t>No database. No login. Resume parsed in-memory.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📷  Client-Side Vision</a:t>
            </a:r>
            <a:br/>
            <a:r>
              <a:t>All camera processing runs locally in the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/>
              </a:defRPr>
            </a:pPr>
            <a:r>
              <a:t>⚡  Zero Friction</a:t>
            </a:r>
            <a:br/>
            <a:r>
              <a:t>Open website → Upload resume → Start. Under 60s.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572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312E81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D9488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892040"/>
            <a:ext cx="210312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2937"/>
                </a:solidFill>
                <a:latin typeface="Segoe UI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