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5303520" cy="6638544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ckmirror_logo_light_178611303050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402336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017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MockMirror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D9488"/>
                </a:solidFill>
                <a:latin typeface="Segoe UI" panose="020B0502040204020203"/>
              </a:defRPr>
            </a:pPr>
            <a:r>
              <a:t>Practice. Reflect. Improve.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Segoe UI" panose="020B0502040204020203"/>
              </a:defRPr>
            </a:pPr>
            <a:r>
              <a:t>AI-Powered Multimodal Interview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TEAM  TERMINAL4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80160"/>
            <a:ext cx="457200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7280"/>
                </a:solidFill>
                <a:latin typeface="Segoe UI" panose="020B0502040204020203"/>
              </a:defRPr>
            </a:pPr>
            <a:r>
              <a:t>TEAM MEMBERS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182880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105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 panose="020B0502040204020203"/>
              </a:defRPr>
            </a:pPr>
            <a:r>
              <a:t>Yash Prajapati</a:t>
            </a:r>
          </a:p>
          <a:p>
            <a:pPr algn="l">
              <a:defRPr sz="1200">
                <a:solidFill>
                  <a:srgbClr val="6B7280"/>
                </a:solidFill>
                <a:latin typeface="Segoe UI" panose="020B0502040204020203"/>
              </a:defRPr>
            </a:pPr>
            <a:r>
              <a:t>Enrollment: 250413116015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0" y="288036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8620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 panose="020B0502040204020203"/>
              </a:defRPr>
            </a:pPr>
            <a:r>
              <a:t>Tisha Kotak</a:t>
            </a:r>
          </a:p>
          <a:p>
            <a:pPr algn="l">
              <a:defRPr sz="1200">
                <a:solidFill>
                  <a:srgbClr val="6B7280"/>
                </a:solidFill>
                <a:latin typeface="Segoe UI" panose="020B0502040204020203"/>
              </a:defRPr>
            </a:pPr>
            <a:r>
              <a:t>Enrollment: 240410116132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0" y="393192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9136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 panose="020B0502040204020203"/>
              </a:defRPr>
            </a:pPr>
            <a:r>
              <a:t>Yesha Patel</a:t>
            </a:r>
          </a:p>
          <a:p>
            <a:pPr algn="l">
              <a:defRPr sz="1200">
                <a:solidFill>
                  <a:srgbClr val="6B7280"/>
                </a:solidFill>
                <a:latin typeface="Segoe UI" panose="020B0502040204020203"/>
              </a:defRPr>
            </a:pPr>
            <a:r>
              <a:t>Enrollment: 250413116015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0" y="4983479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9651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 panose="020B0502040204020203"/>
              </a:defRPr>
            </a:pPr>
            <a:r>
              <a:t>Hetvi Shah</a:t>
            </a:r>
          </a:p>
          <a:p>
            <a:pPr algn="l">
              <a:defRPr sz="1200">
                <a:solidFill>
                  <a:srgbClr val="6B7280"/>
                </a:solidFill>
                <a:latin typeface="Segoe UI" panose="020B0502040204020203"/>
              </a:defRPr>
            </a:pPr>
            <a:r>
              <a:t>Enrollment: 250413107019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 panose="020B0502040204020203"/>
              </a:defRPr>
            </a:pPr>
            <a:r>
              <a:t>Why Interview Preparation is Broken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0152" cy="314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 panose="020B0502040204020203"/>
              </a:rPr>
              <a:t>•  Placement &amp; Job Interview Anxiety: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Students and freshers face extreme nervousness during campus placements and job interviews due to lack of real practice with a live interviewer.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 panose="020B0502040204020203"/>
              </a:rPr>
              <a:t>•  Hesitation While Speaking: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Many candidates know the answers but freeze, stutter, or hesitate when speaking out loud, leading to poor first impressions.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 panose="020B0502040204020203"/>
              </a:rPr>
              <a:t>•  Unknown Question Patterns: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Candidates have no idea what type of questions will be asked — technical, behavioral, situational, or resume-based — and cannot prepare effectively.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 panose="020B0502040204020203"/>
              </a:rPr>
              <a:t>•  No Feedback on Body Language: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Traditional preparation ignores facial expressions, eye contact, posture, and head movement — all critical factors interviewers silently evaluate.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 panose="020B0502040204020203"/>
              </a:rPr>
              <a:t>•  No Safe Practice Environment: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There is no affordable, private, judgment-free space where candidates can repeatedly practice and improve before the real interview day.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OUR SOLUTION — MOCKMIRROR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0D9488"/>
                </a:solidFill>
                <a:latin typeface="Segoe UI" panose="020B0502040204020203"/>
              </a:defRPr>
            </a:pPr>
            <a:r>
              <a:t>Practice Smart. Interview Confident.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 panose="020B0502040204020203"/>
              </a:rPr>
              <a:t>•  AI-Powered Conversational Practice: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Candidates visit our website and practice for their interviews by having a real-time voice conversation with our AI interviewer — just like a real interview.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 panose="020B0502040204020203"/>
              </a:rPr>
              <a:t>•  Resume-Based Personalized Questions: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Upload your PDF resume, and the AI reads your skills, projects, and experience to ask highly targeted and relevant questions.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 panose="020B0502040204020203"/>
              </a:rPr>
              <a:t>•  Real-Time Answer Evaluation: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The AI doesn't just ask questions — it analyzes every answer for correctness, depth, and relevance. If an answer is fake or vague, it immediately calls it out and corrects the candidate.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 panose="020B0502040204020203"/>
              </a:rPr>
              <a:t>•  Face Expression &amp; Posture Detection: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Using the browser camera, MockMirror tracks facial expressions, face centering, eye contact, and head posture — providing feedback on how the candidate physically presents themselves.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 panose="020B0502040204020203"/>
              </a:rPr>
              <a:t>•  Comprehensive Performance Report: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A detailed report is generated with scores across technical accuracy, communication, confidence, and behavioral metrics — downloadable as a PDF.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USER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 panose="020B0502040204020203"/>
              </a:defRPr>
            </a:pPr>
            <a:r>
              <a:t>How a Candidate Uses MockMirror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078992"/>
            <a:ext cx="18288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dia_178611294605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 panose="020B0502040204020203"/>
              </a:defRPr>
            </a:pPr>
            <a:r>
              <a:t>Scaling MockMirror Beyond Candidate Self-Practice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5603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0B981"/>
                </a:solidFill>
                <a:latin typeface="Segoe UI" panose="020B0502040204020203"/>
              </a:defRPr>
            </a:pPr>
            <a:r>
              <a:t>CURRENT VERSION (Candidate Mode)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Segoe UI" panose="020B0502040204020203"/>
              </a:rPr>
              <a:t>•  Self-Practice: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Candidate uploads resume, selects domain &amp; difficulty, and practices independently with AI.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Segoe UI" panose="020B0502040204020203"/>
              </a:rPr>
              <a:t>•  AI-Generated Questions: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Questions are auto-generated based on resume, domain, and difficulty level.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Segoe UI" panose="020B0502040204020203"/>
              </a:rPr>
              <a:t>•  Behavioral Tracking: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Face detection and posture tracking provide visual behavior feedback.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2560320"/>
          </a:xfrm>
          <a:prstGeom prst="roundRect">
            <a:avLst/>
          </a:prstGeom>
          <a:solidFill>
            <a:srgbClr val="FDF2F8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C4899"/>
                </a:solidFill>
                <a:latin typeface="Segoe UI" panose="020B0502040204020203"/>
              </a:defRPr>
            </a:pPr>
            <a:r>
              <a:t>FUTURE VERSION (Interviewer 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EC4899"/>
                </a:solidFill>
                <a:latin typeface="Segoe UI" panose="020B0502040204020203"/>
              </a:rPr>
              <a:t>•  Interviewer Dashboard: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The interviewer selects topics and uploads custom data/syllabus for the AI to prepare questions from.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EC4899"/>
                </a:solidFill>
                <a:latin typeface="Segoe UI" panose="020B0502040204020203"/>
              </a:rPr>
              <a:t>•  AI Conducts on Behalf: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The AI interviews the candidate on behalf of the interviewer using the provided material.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EC4899"/>
                </a:solidFill>
                <a:latin typeface="Segoe UI" panose="020B0502040204020203"/>
              </a:rPr>
              <a:t>•  Automated Candidate Reports: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The interviewer receives a detailed performance report of each candidate without being present.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B7280"/>
                </a:solidFill>
                <a:latin typeface="Segoe UI" panose="020B0502040204020203"/>
              </a:defRPr>
            </a:pPr>
            <a:r>
              <a:t>ADDITIONAL FUTURE ENHANCEMENTS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617720"/>
            <a:ext cx="1371600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 panose="020B0502040204020203"/>
              </a:rPr>
              <a:t>•  Sentiment &amp; Stress Analysis: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Detect micro-expressions to assess confidence and stress in real-time.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 panose="020B0502040204020203"/>
              </a:rPr>
              <a:t>•  Live Coding Whiteboard: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Integrate browser-based coding environments for technical screening.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 panose="020B0502040204020203"/>
              </a:rPr>
              <a:t>•  Multi-Language &amp; Accent Coaching: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Support regional languages and accent improvement modules.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 panose="020B0502040204020203"/>
              </a:rPr>
              <a:t>•  LMS &amp; Placement Cell Integration: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License MockMirror to universities and corporate HR portals.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 panose="020B0502040204020203"/>
              </a:defRPr>
            </a:pPr>
            <a:r>
              <a:t>Built with Modern, Privacy-First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38404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D9488"/>
                </a:solidFill>
                <a:latin typeface="Segoe UI" panose="020B0502040204020203"/>
              </a:defRPr>
            </a:pPr>
            <a: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20240"/>
            <a:ext cx="109728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rontend_logos_v2_178611852697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4937760" cy="30175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1463040"/>
            <a:ext cx="5303520" cy="3840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B82F6"/>
                </a:solidFill>
                <a:latin typeface="Segoe UI" panose="020B0502040204020203"/>
              </a:defRPr>
            </a:pPr>
            <a: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920240"/>
            <a:ext cx="109728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ckend_tech_logos_17861170889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57400"/>
            <a:ext cx="4937760" cy="30175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5532120"/>
            <a:ext cx="1106424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KEY ARCHITECTURE PRINCIPLES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833872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F2937"/>
                </a:solidFill>
                <a:latin typeface="Segoe UI" panose="020B0502040204020203"/>
              </a:defRPr>
            </a:pPr>
            <a:r>
              <a:t>🔒  100% Privacy</a:t>
            </a:r>
            <a:br/>
            <a:r>
              <a:t>No database. No login. Resume parsed in-memory.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943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F2937"/>
                </a:solidFill>
                <a:latin typeface="Segoe UI" panose="020B0502040204020203"/>
              </a:defRPr>
            </a:pPr>
            <a:r>
              <a:t>📷  Client-Side Vision</a:t>
            </a:r>
            <a:br/>
            <a:r>
              <a:t>All camera processing runs locally in the browser.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943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F2937"/>
                </a:solidFill>
                <a:latin typeface="Segoe UI" panose="020B0502040204020203"/>
              </a:defRPr>
            </a:pPr>
            <a:r>
              <a:t>⚡  Zero Friction</a:t>
            </a:r>
            <a:br/>
            <a:r>
              <a:t>Open website → Upload resume → Start. Under 60s.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ckmirror_logo_light_178611303050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457200"/>
            <a:ext cx="45720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2004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D9488"/>
                </a:solidFill>
                <a:latin typeface="Segoe UI" panose="020B0502040204020203"/>
              </a:defRPr>
            </a:pPr>
            <a:r>
              <a:t>MockMirror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6B7280"/>
                </a:solidFill>
                <a:latin typeface="Segoe UI" panose="020B0502040204020203"/>
              </a:defRPr>
            </a:pPr>
            <a:r>
              <a:t>Practice. Reflect. Improve.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892040"/>
            <a:ext cx="210312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1F2937"/>
                </a:solidFill>
                <a:latin typeface="Segoe UI" panose="020B0502040204020203"/>
              </a:defRPr>
            </a:pPr>
            <a:r>
              <a:t>We are ready for your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3893</Words>
  <Application>WPS Presentation</Application>
  <PresentationFormat>On-screen Show (4:3)</PresentationFormat>
  <Paragraphs>101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Yash Prajapati</cp:lastModifiedBy>
  <cp:revision>2</cp:revision>
  <dcterms:created xsi:type="dcterms:W3CDTF">2013-01-27T09:14:00Z</dcterms:created>
  <dcterms:modified xsi:type="dcterms:W3CDTF">2026-08-07T16:27:56Z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C6EC4D00655548A38689E19647A262FB_12</vt:lpwstr>
  </property>
  <property fmtid="{D5CDD505-2E9C-101B-9397-08002B2CF9AE}" pid="3" name="KSOProductBuildVer">
    <vt:lpwstr>2057-12.2.0.23206</vt:lpwstr>
  </property>
</Properties>
</file>